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agradeciendo el tiempo. Mensaje central: Mimper tiene un producto excelente y una red de aplicadores; Colmena pone en marcha la captación de forma continua para que ese producto llegue a más obras.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públicos de mimper.es: más de 20 años, garantía de 25 años, distribuidor oficial MARIS Saint-Gobain desde 2021 como Mimper Spain, red de aplicadores certificados. Confirmar cifras con ellos en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público pide un mensaje, un canal y un momento distintos. Hacerlo a mano con un equipo pequeño obliga a elegir; Colmena permite trabajar los cuatro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 chatbot: es un equipo comercial automatizado. Cada agente tiene una tarea concreta y el orquestador los coordina.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en la reunión hay pantalla, enseñar el panel en vivo: dar de alta mimper.es y ver los segmentos que propone.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Proponer empezar por uno o dos públicos en el piloto: arquitectos y administradores de fincas suelen tener el ciclo más claro. Preguntar a Mimper cuál le da más margen.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texto real lo genera la IA con los datos de cada contacto. Se puede ajustar el tono de Mimper y revisar los primeros envíos antes de automatizar.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honestos genera confianza: lo que está en integración depende de permisos de Meta, LinkedIn y Google que tardan semanas. Mientras tanto el plan de campaña se entrega listo para lanzarlo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que elegir una sola: lo natural es empezar como cliente con un piloto y, si funciona, extenderlo a la red de aplicadores. La opción de socio estratégico se abre si Mimper ve el potencial en el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en la reunión: qué público priorizar, quién de Mimper recibe las reuniones y acceso al DNS para configurar el dominio de envío.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una pregunta concreta, no con 'preguntas'. Proponer fecha para la sesión de puesta en marcha.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548640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60920" y="548640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88152" y="1481328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39712" y="1481328"/>
            <a:ext cx="1005840" cy="88696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91272" y="1481328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414016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2414016"/>
            <a:ext cx="1005840" cy="886968"/>
          </a:xfrm>
          <a:prstGeom prst="hexagon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39712" y="3346704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822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A8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 ×  MIMPER SPAIN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23444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obras para el poliuretano líquido de Mimper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agentes de IA que encuentran arquitectos, aplicadores y propiedades que necesitan impermeabilizar, les escriben y te traen la reunión agendada.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colmenalife.com  · 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Mimper ya tiene lo más difícil: producto y 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distribuyendo poliuretano líquido en España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garantía en sus sistemas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 oficial de la marca de Saint-Gobain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41732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6459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4688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 de aplicadores certificados por Mimper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si el producto es bueno, sino cuántos arquitectos, constructoras y comunidades lo conocen antes de decidir la impermeabilización.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COMERCIAL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públicos, un solo equipo comercial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731520" cy="6437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1708099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481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Arquitectos y prescriptores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Deciden el sistema en el proyecto. Hay que estar en su cabeza meses antes de la obra.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554480"/>
            <a:ext cx="731520" cy="6437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550" y="1708099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1481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Aplicadores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806440" y="1847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Captar y certificar nuevos aplicadores amplía la red y el volumen de producto.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9718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246120"/>
            <a:ext cx="731520" cy="6437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3399739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Constructoras y fincas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Constructoras y administradores de fincas: rehabilitación de cubiertas y terrazas, compras grandes y recurrentes.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297180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46120"/>
            <a:ext cx="731520" cy="6437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550" y="3399739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06440" y="3172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Particulares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806440" y="353872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en Google cuando ya tienen la gotera. Hay que llevarlos al aplicador certificado de su zona.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Colmena: 25 agentes de IA, 5 departamentos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914400" cy="804672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1517904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Inteligencia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AG-01 a 05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mercado, define el cliente ideal y detecta señales de compra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14600" y="1325880"/>
            <a:ext cx="914400" cy="804672"/>
          </a:xfrm>
          <a:prstGeom prst="hexagon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517904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945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Prospección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19456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AG-06 a 10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194560" y="2880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cada email, hace los seguimientos, contesta y agenda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60520" y="1325880"/>
            <a:ext cx="914400" cy="804672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517904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Publicidad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AG-11 a 15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3840480" y="2880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y anuncios en Meta y LinkedIn, pujas y píxel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06440" y="1325880"/>
            <a:ext cx="914400" cy="804672"/>
          </a:xfrm>
          <a:prstGeom prst="hexagon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1517904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AG-16 a 20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0" y="2880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semáforo de campañas, CRM, cumplimiento RGPD e informes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452360" y="1325880"/>
            <a:ext cx="914400" cy="804672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9248" y="1517904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323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7132320" y="26060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AG-21 a 25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132320" y="288036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Google Ads, newsletter, redes sociales y landings</a:t>
            </a:r>
            <a:endParaRPr lang="en-US" sz="11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orquestador decide cada mañana qué agente actúa con cada contacto, y todo queda registrado en un panel.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A8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web de Mimper a la reunión agendada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68680" cy="7644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184" y="1599743"/>
            <a:ext cx="399593" cy="3995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54480" y="1801368"/>
            <a:ext cx="868680" cy="0"/>
          </a:xfrm>
          <a:prstGeom prst="line">
            <a:avLst/>
          </a:prstGeom>
          <a:noFill/>
          <a:ln w="19050">
            <a:solidFill>
              <a:srgbClr val="4A5B73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Analiza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mimper.es y define los segmentos de cliente ideal con su nivel de encaje.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06040" y="1417320"/>
            <a:ext cx="868680" cy="7644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584" y="1599743"/>
            <a:ext cx="399593" cy="399593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11880" y="1801368"/>
            <a:ext cx="868680" cy="0"/>
          </a:xfrm>
          <a:prstGeom prst="line">
            <a:avLst/>
          </a:prstGeom>
          <a:noFill/>
          <a:ln w="19050">
            <a:solidFill>
              <a:srgbClr val="4A5B73"/>
            </a:solidFill>
            <a:prstDash val="solid"/>
            <a:tailEnd type="triangle"/>
          </a:ln>
        </p:spPr>
      </p:sp>
      <p:sp>
        <p:nvSpPr>
          <p:cNvPr id="12" name="Text 8"/>
          <p:cNvSpPr txBox="1"/>
          <p:nvPr/>
        </p:nvSpPr>
        <p:spPr>
          <a:xfrm>
            <a:off x="26060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Encuentra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60604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 a las personas concretas y verifica su email profesional.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663440" y="1417320"/>
            <a:ext cx="868680" cy="76443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984" y="1599743"/>
            <a:ext cx="399593" cy="39959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0" y="1801368"/>
            <a:ext cx="868680" cy="0"/>
          </a:xfrm>
          <a:prstGeom prst="line">
            <a:avLst/>
          </a:prstGeom>
          <a:noFill/>
          <a:ln w="19050">
            <a:solidFill>
              <a:srgbClr val="4A5B73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46634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Contacta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personalizado y hasta 3 seguimientos. Contesta dudas y respeta las bajas.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20840" y="1417320"/>
            <a:ext cx="868680" cy="764438"/>
          </a:xfrm>
          <a:prstGeom prst="hexagon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384" y="1599743"/>
            <a:ext cx="399593" cy="3995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208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Agenda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720840" y="28346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interés, envía el enlace de calendario y la reunión aparece en tu agenda.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48640" y="4160520"/>
            <a:ext cx="411480" cy="362102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40" y="4246931"/>
            <a:ext cx="189281" cy="18928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9728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RGPD integrado: cada email pasa un control antes de salir (vía de baja, frecuencia, datos sensibles).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MIMPER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campaña por público, en paralelo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1554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 Colmena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Arquitectos y estudios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 estudios con proyectos de rehabilitación y cubiertas; ofrece asesoramiento técnico y documentación del sistema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LinkedIn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Administradores de fincas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antes de la temporada de lluvias: rehabilitar terrazas con 25 años de garantía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Propuesta a jefes de obra y compras con referencias de obras similares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LinkedIn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Nuevos aplicadores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Invita a impermeabilizadores a certificarse con Mimper y entrar en la 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Particulares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y Google Ads para «impermeabilizar terraza»; una landing por zona deriva al aplicador certificado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+ Google 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ESCRIBE AG-06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email pensado para cada persona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Laura, arquitecta · estudio de rehabilitación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Asunto: </a:t>
            </a:r>
            <a:pPr indent="0" marL="0">
              <a:buNone/>
            </a:pPr>
            <a:r>
              <a:rPr lang="en-US" sz="11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cubierta del proyecto de la calle Mallorca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663440" cy="0"/>
          </a:xfrm>
          <a:prstGeom prst="line">
            <a:avLst/>
          </a:prstGeom>
          <a:noFill/>
          <a:ln w="9525">
            <a:solidFill>
              <a:srgbClr val="D2DA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 Laura: he visto que vuestro estudio lleva la rehabilitación del edificio de la calle Mallorca. En cubiertas transitables como esa, el poliuretano líquido evita juntas y solapes, que es donde suelen empezar las filtraciones, y lo respaldamos con 25 años de garantía.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sería útil que te enviemos la ficha técnica y un detalle constructivo para la memoria del proyecto?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1673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093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Personalizado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Menciona algo real de la persona o su obra.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2140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0936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fácil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algo pequeño, no una reunión de entrada.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92608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09360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solo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3163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contesta, hasta 3 recordatorios espaciados.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73075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09360" y="3694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 respetada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309360" y="3968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pide que no le escribamos, no vuelve a recibir nada.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5720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ilustrativo: persona y obra ficticias.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funciona hoy y qué estamos conectando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1234440"/>
            <a:ext cx="3886200" cy="3291840"/>
          </a:xfrm>
          <a:prstGeom prst="roundRect">
            <a:avLst>
              <a:gd name="adj" fmla="val 222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marcha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integración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 web y segmentos de cliente ideal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verificación de emails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personalizados y seguimientos automáticos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respuesta de contestaciones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de agenda y confirmación de reuniones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Landings por segmento, planes de anuncios, SEO y contenidos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el historial de cada contacto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automática en Meta, LinkedIn y Google Ads (hoy se entrega el plan listo para lanzar)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el CRM de Mimper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de compra automáticas (licencias, noticias)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formas de trabajar juntos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685800" cy="603504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607058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Mimper usa Colmena para su propia captación.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461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anual: 3.000 €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semestral: 1.500 €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permanencia tras el periodo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463040"/>
            <a:ext cx="685800" cy="603504"/>
          </a:xfrm>
          <a:prstGeom prst="hexagon">
            <a:avLst/>
          </a:prstGeom>
          <a:solidFill>
            <a:srgbClr val="3A8FDB"/>
          </a:solidFill>
          <a:ln w="12700">
            <a:solidFill>
              <a:srgbClr val="3A8F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06" y="1607058"/>
            <a:ext cx="315468" cy="3154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 de distribución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Mimper ofrece Colmena a su red de aplicadores certificados.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2461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aplicador recibe más obras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obras = más membrana Mimper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para la red a acordar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2DAE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1463040"/>
            <a:ext cx="685800" cy="603504"/>
          </a:xfrm>
          <a:prstGeom prst="hexagon">
            <a:avLst/>
          </a:prstGeom>
          <a:solidFill>
            <a:srgbClr val="1C2733"/>
          </a:solidFill>
          <a:ln w="12700">
            <a:solidFill>
              <a:srgbClr val="1C27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806" y="1607058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1945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 estratégico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Mimper entra en el proyecto como inversor o socio sectorial.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2461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especializada en construcción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Mimper como caso de referencia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a definir juntos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90 días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7498080" cy="0"/>
          </a:xfrm>
          <a:prstGeom prst="line">
            <a:avLst/>
          </a:prstGeom>
          <a:noFill/>
          <a:ln w="25400">
            <a:solidFill>
              <a:srgbClr val="D2D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27048"/>
            <a:ext cx="502920" cy="457200"/>
          </a:xfrm>
          <a:prstGeom prst="hexagon">
            <a:avLst/>
          </a:prstGeom>
          <a:solidFill>
            <a:srgbClr val="1F5F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Puesta en marcha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envío, tono de Mimper, elegir 2 públicos y cargar los primeros contactos.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527048"/>
            <a:ext cx="502920" cy="457200"/>
          </a:xfrm>
          <a:prstGeom prst="hexagon">
            <a:avLst/>
          </a:prstGeom>
          <a:solidFill>
            <a:srgbClr val="1F5F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527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3–8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en marcha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788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diarios crecientes, seguimientos y reuniones agendadas en la agenda de Mimper.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527048"/>
            <a:ext cx="502920" cy="457200"/>
          </a:xfrm>
          <a:prstGeom prst="hexagon">
            <a:avLst/>
          </a:prstGeom>
          <a:solidFill>
            <a:srgbClr val="3A8F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80760" y="1527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9–12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y decidir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2788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resultados: qué público responde mejor y si ampliar a la red de aplicadores.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8404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mediremos: </a:t>
            </a:r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alcanzados, tasa de respuesta, reuniones agendadas y coste por reunión frente al método actual de Mimper.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Colmena × Mimper Spain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457200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457200"/>
            <a:ext cx="1005840" cy="886968"/>
          </a:xfrm>
          <a:prstGeom prst="hexagon">
            <a:avLst/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14032" y="1389888"/>
            <a:ext cx="1005840" cy="886968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¿Empezamos por un público?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3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juntos arquitectos, administradores de fincas o nuevos aplicadores, y en dos semanas Colmena está trabajando para Mimper.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640080" cy="563270"/>
          </a:xfrm>
          <a:prstGeom prst="hexagon">
            <a:avLst/>
          </a:prstGeom>
          <a:solidFill>
            <a:srgbClr val="1F5FD1"/>
          </a:solidFill>
          <a:ln w="12700">
            <a:solidFill>
              <a:srgbClr val="1F5FD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462" y="3837737"/>
            <a:ext cx="294437" cy="2944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3749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colmenalife.com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Colmena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Colmena × Mimper Spain</dc:title>
  <dc:subject>PptxGenJS Presentation</dc:subject>
  <dc:creator>PptxGenJS</dc:creator>
  <cp:lastModifiedBy>PptxGenJS</cp:lastModifiedBy>
  <cp:revision>1</cp:revision>
  <dcterms:created xsi:type="dcterms:W3CDTF">2026-09-25T10:45:07Z</dcterms:created>
  <dcterms:modified xsi:type="dcterms:W3CDTF">2026-09-25T10:45:07Z</dcterms:modified>
</cp:coreProperties>
</file>